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7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0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5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3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5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8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0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7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8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93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1172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75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42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22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92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79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3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6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Voice-Controlled Smart Home System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Embedded Systems Project Pitch</a:t>
            </a:r>
          </a:p>
          <a:p>
            <a:r>
              <a:rPr dirty="0"/>
              <a:t>Your Name – </a:t>
            </a:r>
            <a:r>
              <a:rPr lang="en-US" dirty="0"/>
              <a:t>Aaradhya </a:t>
            </a:r>
            <a:r>
              <a:rPr lang="en-US" dirty="0" err="1"/>
              <a:t>gupta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Controlling home appliances (lights, fans) is often manual.</a:t>
            </a:r>
          </a:p>
          <a:p>
            <a:r>
              <a:rPr lang="en-US" dirty="0"/>
              <a:t>Many existing smart home systems are expensive.</a:t>
            </a:r>
          </a:p>
          <a:p>
            <a:r>
              <a:rPr lang="en-US" dirty="0"/>
              <a:t>Lack of low-cost, voice-controlled systems that integrate with IoT.</a:t>
            </a:r>
          </a:p>
          <a:p>
            <a:r>
              <a:rPr lang="en-US" dirty="0"/>
              <a:t>Need for an affordable, user-friendly smart home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Use Raspberry Pi + microphone for voice recognition.</a:t>
            </a:r>
          </a:p>
          <a:p>
            <a:r>
              <a:rPr lang="en-IN" dirty="0"/>
              <a:t>Use Arduino Nano 33 IoT for controlling devices.</a:t>
            </a:r>
          </a:p>
          <a:p>
            <a:r>
              <a:rPr lang="en-US" dirty="0"/>
              <a:t>Use Relay Module to control real 230V appliances (light/fan) safely.</a:t>
            </a:r>
            <a:endParaRPr lang="en-IN" dirty="0"/>
          </a:p>
          <a:p>
            <a:r>
              <a:rPr lang="en-IN" dirty="0"/>
              <a:t>Voice commands like: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cap="none" dirty="0">
                <a:latin typeface="Arial" panose="020B0604020202020204" pitchFamily="34" charset="0"/>
              </a:rPr>
              <a:t>“Turn on light → Relay ON → Light ON”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cap="none" dirty="0">
                <a:latin typeface="Arial" panose="020B0604020202020204" pitchFamily="34" charset="0"/>
              </a:rPr>
              <a:t>“Turn off fan → Relay OFF → Fan OFF”</a:t>
            </a:r>
            <a:endParaRPr lang="en-IN" dirty="0"/>
          </a:p>
          <a:p>
            <a:r>
              <a:rPr lang="en-IN" dirty="0"/>
              <a:t>“What’s the temperature?” → Arduino sends </a:t>
            </a:r>
            <a:r>
              <a:rPr lang="en-IN" dirty="0" err="1"/>
              <a:t>readingLow</a:t>
            </a:r>
            <a:r>
              <a:rPr lang="en-IN" dirty="0"/>
              <a:t>-cost, scalable, and easy to expand.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Raspberry Pi (brain, voice processing)</a:t>
            </a:r>
          </a:p>
          <a:p>
            <a:r>
              <a:rPr lang="en-IN" dirty="0"/>
              <a:t>Arduino Nano 33 IoT (executor, device control)</a:t>
            </a:r>
          </a:p>
          <a:p>
            <a:r>
              <a:rPr lang="en-IN" dirty="0"/>
              <a:t>USB Microphone (voice input)</a:t>
            </a:r>
          </a:p>
          <a:p>
            <a:r>
              <a:rPr lang="en-US" dirty="0"/>
              <a:t>Relay Module – Acts like an electronic switch to control real appliances</a:t>
            </a:r>
            <a:endParaRPr lang="en-IN" dirty="0"/>
          </a:p>
          <a:p>
            <a:r>
              <a:rPr lang="en-IN" dirty="0"/>
              <a:t>LEDs (simulate bulb + fan)</a:t>
            </a:r>
          </a:p>
          <a:p>
            <a:r>
              <a:rPr lang="en-IN" dirty="0"/>
              <a:t>Optional Sensors:</a:t>
            </a:r>
          </a:p>
          <a:p>
            <a:pPr marL="0" indent="0">
              <a:buNone/>
            </a:pPr>
            <a:r>
              <a:rPr lang="en-IN" dirty="0"/>
              <a:t>DHT22 (temperature &amp; humidity)</a:t>
            </a:r>
          </a:p>
          <a:p>
            <a:pPr marL="0" indent="0">
              <a:buNone/>
            </a:pPr>
            <a:r>
              <a:rPr lang="en-IN" dirty="0"/>
              <a:t>LDR + resistor (light intensity)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30690"/>
            <a:ext cx="7773338" cy="1068768"/>
          </a:xfrm>
        </p:spPr>
        <p:txBody>
          <a:bodyPr/>
          <a:lstStyle/>
          <a:p>
            <a:r>
              <a:rPr dirty="0"/>
              <a:t>Block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3DBFC2-F438-8451-6501-83EDB8BB8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951" y="979714"/>
            <a:ext cx="6294098" cy="587828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Raspberry Pi ↔ Arduino → Serial (USB UART).</a:t>
            </a:r>
          </a:p>
          <a:p>
            <a:r>
              <a:rPr lang="en-IN" dirty="0"/>
              <a:t>Arduino ↔ LED/Fan → Digital I/O.</a:t>
            </a:r>
          </a:p>
          <a:p>
            <a:r>
              <a:rPr lang="en-IN" dirty="0"/>
              <a:t>Arduino ↔ Sensors (optional) → Analog/Digital pins.</a:t>
            </a:r>
          </a:p>
          <a:p>
            <a:r>
              <a:rPr lang="en-IN" dirty="0"/>
              <a:t>Pi ↔ User → Voice recognition + text-to-speech feedback.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Voice commands via Pi microphone.</a:t>
            </a:r>
          </a:p>
          <a:p>
            <a:r>
              <a:rPr lang="en-US" dirty="0"/>
              <a:t>Arduino responds with LED actions (light/fan simulation).</a:t>
            </a:r>
          </a:p>
          <a:p>
            <a:r>
              <a:rPr lang="en-US" dirty="0"/>
              <a:t>Raspberry Pi can display or speak sensor values.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User: “What’s the temperature?”</a:t>
            </a:r>
          </a:p>
          <a:p>
            <a:pPr marL="0" indent="0">
              <a:buNone/>
            </a:pPr>
            <a:r>
              <a:rPr lang="en-US" dirty="0"/>
              <a:t>Pi: “The temperature is 28 degrees.”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gives voice command.</a:t>
            </a:r>
          </a:p>
          <a:p>
            <a:r>
              <a:rPr lang="en-IN" dirty="0"/>
              <a:t>Pi converts speech → text.</a:t>
            </a:r>
          </a:p>
          <a:p>
            <a:r>
              <a:rPr lang="en-IN" dirty="0"/>
              <a:t>Pi sends command to Arduino.</a:t>
            </a:r>
          </a:p>
          <a:p>
            <a:r>
              <a:rPr lang="en-IN" dirty="0"/>
              <a:t>User → Pi → Arduino → Relay Module → Appliance (Light/Fan)</a:t>
            </a:r>
          </a:p>
          <a:p>
            <a:r>
              <a:rPr lang="en-IN" dirty="0"/>
              <a:t>Pi responds to user (LED feedback or spoken message).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Affordable smart home system.</a:t>
            </a:r>
          </a:p>
          <a:p>
            <a:r>
              <a:rPr lang="en-US" dirty="0"/>
              <a:t>Hands-free control with voice.</a:t>
            </a:r>
          </a:p>
          <a:p>
            <a:r>
              <a:rPr lang="en-US" dirty="0"/>
              <a:t>Real-time monitoring of environment.</a:t>
            </a:r>
          </a:p>
          <a:p>
            <a:r>
              <a:rPr lang="en-US" dirty="0"/>
              <a:t>Easily expandable (more appliances, cloud, mobile app).</a:t>
            </a:r>
          </a:p>
          <a:p>
            <a:r>
              <a:rPr lang="en-US" dirty="0"/>
              <a:t>Can control real high-voltage appliances using relay module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Integrates Raspberry Pi, Arduino Nano 33 IoT, and a Relay Module to control real appliances.</a:t>
            </a:r>
          </a:p>
          <a:p>
            <a:r>
              <a:rPr lang="en-IN"/>
              <a:t>Provides </a:t>
            </a:r>
            <a:r>
              <a:rPr lang="en-IN" dirty="0"/>
              <a:t>voice-controlled automation.</a:t>
            </a:r>
          </a:p>
          <a:p>
            <a:r>
              <a:rPr lang="en-IN" dirty="0"/>
              <a:t>Scalable: add relays for real appliances, sensors for richer data.</a:t>
            </a:r>
          </a:p>
          <a:p>
            <a:r>
              <a:rPr lang="en-IN" dirty="0"/>
              <a:t>Future scope: cloud sync, smartphone app, AI-based automation.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419</TotalTime>
  <Words>417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Droplet</vt:lpstr>
      <vt:lpstr>Voice-Controlled Smart Home System</vt:lpstr>
      <vt:lpstr>Problem Domain</vt:lpstr>
      <vt:lpstr>Proposed Solution</vt:lpstr>
      <vt:lpstr>Main Components</vt:lpstr>
      <vt:lpstr>Block Diagram</vt:lpstr>
      <vt:lpstr>Communication Protocols</vt:lpstr>
      <vt:lpstr>User Interface</vt:lpstr>
      <vt:lpstr>Flow Diagram</vt:lpstr>
      <vt:lpstr>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Aaradhya Gupta</dc:creator>
  <cp:keywords/>
  <dc:description>generated using python-pptx</dc:description>
  <cp:lastModifiedBy>Aaradhya Gupta</cp:lastModifiedBy>
  <cp:revision>4</cp:revision>
  <dcterms:created xsi:type="dcterms:W3CDTF">2013-01-27T09:14:16Z</dcterms:created>
  <dcterms:modified xsi:type="dcterms:W3CDTF">2025-09-13T02:39:22Z</dcterms:modified>
  <cp:category/>
</cp:coreProperties>
</file>