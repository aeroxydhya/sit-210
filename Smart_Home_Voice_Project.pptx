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Voice-Controlled Smart Home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An Embedded Systems Project</a:t>
            </a:r>
          </a:p>
          <a:p>
            <a:r>
              <a:t>By: Aaradhya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Domain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Controlling home appliances like lights and fans is still mostly manual.</a:t>
            </a:r>
          </a:p>
          <a:p>
            <a:r>
              <a:t>Most smart home systems are expensive and complex to set up.</a:t>
            </a:r>
          </a:p>
          <a:p>
            <a:r>
              <a:t>There is a lack of low-cost, voice-controlled systems that integrate with IoT.</a:t>
            </a:r>
          </a:p>
          <a:p>
            <a:r>
              <a:t>Need for an affordable, user-friendly smart home solution that can also control temperature-based appliances.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Use Raspberry Pi for voice recognition and processing.</a:t>
            </a:r>
          </a:p>
          <a:p>
            <a:r>
              <a:t>Use Arduino Nano 33 IoT for device control.</a:t>
            </a:r>
          </a:p>
          <a:p>
            <a:r>
              <a:t>Voice commands to control lights (LED), fan (simulated with LED), and temperature setting.</a:t>
            </a:r>
          </a:p>
          <a:p>
            <a:r>
              <a:t>Example commands: 'Turn on light', 'Turn off fan', 'Set temperature to 25°C', 'What’s the temperature?'.</a:t>
            </a:r>
          </a:p>
          <a:p>
            <a:r>
              <a:t>Low-cost, scalable, and expandable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Raspberry Pi – Brain, voice processing</a:t>
            </a:r>
          </a:p>
          <a:p>
            <a:r>
              <a:t>Arduino Nano 33 IoT – Device control</a:t>
            </a:r>
          </a:p>
          <a:p>
            <a:r>
              <a:t>USB Microphone – Captures user commands</a:t>
            </a:r>
          </a:p>
          <a:p>
            <a:r>
              <a:t>LEDs – Simulate lights and fan</a:t>
            </a:r>
          </a:p>
          <a:p>
            <a:r>
              <a:t>DHT22 Sensor – Temperature &amp; humidity</a:t>
            </a:r>
          </a:p>
          <a:p>
            <a:r>
              <a:t>LDR + resistor – Light intensity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Pi ↔ Arduino → Serial (USB UART)</a:t>
            </a:r>
          </a:p>
          <a:p>
            <a:r>
              <a:t>Arduino ↔ LEDs (light + fan simulation) → Digital I/O</a:t>
            </a:r>
          </a:p>
          <a:p>
            <a:r>
              <a:t>Arduino ↔ Sensors → Analog/Digital pins</a:t>
            </a:r>
          </a:p>
          <a:p>
            <a:r>
              <a:t>Pi ↔ User → Voice recognition + text-to-speech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1. User gives voice command</a:t>
            </a:r>
          </a:p>
          <a:p>
            <a:r>
              <a:t>2. Raspberry Pi converts speech to text</a:t>
            </a:r>
          </a:p>
          <a:p>
            <a:r>
              <a:t>3. Pi sends command to Arduino</a:t>
            </a:r>
          </a:p>
          <a:p>
            <a:r>
              <a:t>4. Arduino executes (LED ON/OFF, sensor read)</a:t>
            </a:r>
          </a:p>
          <a:p>
            <a:r>
              <a:t>5. Pi gives voice feedback to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Voice-based control through microphone on Pi</a:t>
            </a:r>
          </a:p>
          <a:p>
            <a:r>
              <a:t>Arduino controls devices and returns sensor data</a:t>
            </a:r>
          </a:p>
          <a:p>
            <a:r>
              <a:t>Pi gives spoken responses (e.g., 'Temperature is 27°C')</a:t>
            </a:r>
          </a:p>
          <a:p>
            <a:r>
              <a:t>Hands-free, real-time monitoring &amp;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Affordable smart home system</a:t>
            </a:r>
          </a:p>
          <a:p>
            <a:r>
              <a:t>Hands-free voice control</a:t>
            </a:r>
          </a:p>
          <a:p>
            <a:r>
              <a:t>Real-time monitoring of temperature and light</a:t>
            </a:r>
          </a:p>
          <a:p>
            <a:r>
              <a:t>Automatic fan control based on target temperature</a:t>
            </a:r>
          </a:p>
          <a:p>
            <a:r>
              <a:t>Easy to expand: add more sensors, appliances, cloud, or mobile 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r>
              <a:t>Demonstrates integration of Raspberry Pi + Arduino Nano 33 IoT</a:t>
            </a:r>
          </a:p>
          <a:p>
            <a:r>
              <a:t>Shows voice-controlled automation + temperature-based control</a:t>
            </a:r>
          </a:p>
          <a:p>
            <a:r>
              <a:t>Future scope: cloud sync, smartphone app, AI automation</a:t>
            </a:r>
          </a:p>
          <a:p>
            <a:r>
              <a:t>Low-cost, scalable, and user-friendly smart home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2079</Words>
  <Application>WPS Presentation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Orange Waves</vt:lpstr>
      <vt:lpstr>Voice-Controlled Smart Home System</vt:lpstr>
      <vt:lpstr>Problem Domain</vt:lpstr>
      <vt:lpstr>Proposed Solution</vt:lpstr>
      <vt:lpstr>Main Components</vt:lpstr>
      <vt:lpstr>Communication Protocols</vt:lpstr>
      <vt:lpstr>System Flow Diagram</vt:lpstr>
      <vt:lpstr>User Interface</vt:lpstr>
      <vt:lpstr>Benefits</vt:lpstr>
      <vt:lpstr>Conclusion &amp; Future Scope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Cv df df</cp:lastModifiedBy>
  <cp:revision>2</cp:revision>
  <dcterms:created xsi:type="dcterms:W3CDTF">2013-01-27T09:14:00Z</dcterms:created>
  <dcterms:modified xsi:type="dcterms:W3CDTF">2025-09-13T02:10:23Z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4B822A439E004F38A0131461DCAA61B3_12</vt:lpwstr>
  </property>
  <property fmtid="{D5CDD505-2E9C-101B-9397-08002B2CF9AE}" pid="3" name="KSOProductBuildVer">
    <vt:lpwstr>1033-12.2.0.22549</vt:lpwstr>
  </property>
</Properties>
</file>